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Timor’s 780 Villages to the Grid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interconnection is worth — and what it does to the village solar programme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· 437,000 households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4206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 MW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480560" y="5029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solar under a carbon cap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4206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 M/yr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138160" y="5029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wires, carbon-neutral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 villages, 437,000 households across West Timor</a:t>
            </a:r>
            <a:endParaRPr lang="en-US" sz="3000" dirty="0"/>
          </a:p>
        </p:txBody>
      </p:sp>
      <p:pic>
        <p:nvPicPr>
          <p:cNvPr id="3" name="Image 0" descr="/Users/kaarthigeswaranagnapathy/Documents/GitHub/garuda/results/figures/villag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248" y="1143000"/>
            <a:ext cx="6639024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kit serves every village — diesel shrinks to a 3% backup</a:t>
            </a:r>
            <a:endParaRPr lang="en-US" sz="3000" dirty="0"/>
          </a:p>
        </p:txBody>
      </p:sp>
      <p:pic>
        <p:nvPicPr>
          <p:cNvPr id="3" name="Image 0" descr="/Users/kaarthigeswaranagnapathy/Documents/GitHub/garuda/results/figures/recipe_and_dies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175" y="1143000"/>
            <a:ext cx="836517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islanded programme is mostly a battery purchase</a:t>
            </a:r>
            <a:endParaRPr lang="en-US" sz="3000" dirty="0"/>
          </a:p>
        </p:txBody>
      </p:sp>
      <p:pic>
        <p:nvPicPr>
          <p:cNvPr id="3" name="Image 0" descr="/Users/kaarthigeswaranagnapathy/Documents/GitHub/garuda/results/figures/cost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143000"/>
            <a:ext cx="104927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cap decides what the wires do</a:t>
            </a:r>
            <a:endParaRPr lang="en-US" sz="3000" dirty="0"/>
          </a:p>
        </p:txBody>
      </p:sp>
      <p:pic>
        <p:nvPicPr>
          <p:cNvPr id="3" name="Image 0" descr="/Users/kaarthigeswaranagnapathy/Documents/GitHub/garuda/results/figures/three_reg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45958"/>
            <a:ext cx="11155680" cy="3834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carbon cap, the wires complete the solar programme</a:t>
            </a:r>
            <a:endParaRPr lang="en-US" sz="3000" dirty="0"/>
          </a:p>
        </p:txBody>
      </p:sp>
      <p:pic>
        <p:nvPicPr>
          <p:cNvPr id="3" name="Image 0" descr="/Users/kaarthigeswaranagnapathy/Documents/GitHub/garuda/results/figures/solar_build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0" y="1143000"/>
            <a:ext cx="96723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powers the villages under each plan</a:t>
            </a:r>
            <a:endParaRPr lang="en-US" sz="3000" dirty="0"/>
          </a:p>
        </p:txBody>
      </p:sp>
      <p:pic>
        <p:nvPicPr>
          <p:cNvPr id="3" name="Image 0" descr="/Users/kaarthigeswaranagnapathy/Documents/GitHub/garuda/results/figures/village_su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625" y="1143000"/>
            <a:ext cx="9264269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trade-off: cheaper with coal, or carbon-neutral</a:t>
            </a:r>
            <a:endParaRPr lang="en-US" sz="3000" dirty="0"/>
          </a:p>
        </p:txBody>
      </p:sp>
      <p:pic>
        <p:nvPicPr>
          <p:cNvPr id="3" name="Image 0" descr="/Users/kaarthigeswaranagnapathy/Documents/GitHub/garuda/results/figures/cost_vs_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0868" y="1143000"/>
            <a:ext cx="8599785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decides who connects</a:t>
            </a:r>
            <a:endParaRPr lang="en-US" sz="3000" dirty="0"/>
          </a:p>
        </p:txBody>
      </p:sp>
      <p:pic>
        <p:nvPicPr>
          <p:cNvPr id="3" name="Image 0" descr="/Users/kaarthigeswaranagnapathy/Documents/GitHub/garuda/results/figures/connecti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1143000"/>
            <a:ext cx="81610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coordination is worth</a:t>
            </a:r>
            <a:endParaRPr lang="en-US" sz="3000" dirty="0"/>
          </a:p>
        </p:txBody>
      </p:sp>
      <p:pic>
        <p:nvPicPr>
          <p:cNvPr id="3" name="Image 0" descr="/Users/kaarthigeswaranagnapathy/Documents/GitHub/garuda/results/figures/headline_coordi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1088136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2026-08-02T18:53:22Z</dcterms:created>
  <dcterms:modified xsi:type="dcterms:W3CDTF">2026-08-02T18:53:22Z</dcterms:modified>
</cp:coreProperties>
</file>