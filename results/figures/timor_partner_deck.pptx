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Timor’s 780 Villages to the Grid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interconnection is worth — and what it does to the village solar programme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villages · 437,000 households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480560" y="4206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356 MW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480560" y="5029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solar under a carbon cap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0" y="4206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 M/yr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5029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by wires, carbon-neutral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villages, 437,000 households across West Timor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villag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248" y="1143000"/>
            <a:ext cx="663902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standard kit serves every village — diesel shrinks to a 3% backup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recipe_and_dies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75" y="1143000"/>
            <a:ext cx="83651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islanded programme is mostly a battery purchase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cost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1143000"/>
            <a:ext cx="104927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carbon cap decides what the wires do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three_regi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5958"/>
            <a:ext cx="11155680" cy="38347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carbon cap, the wires complete the solar programme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solar_build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00" y="1143000"/>
            <a:ext cx="967232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powers the villages under each plan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village_supp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625" y="1143000"/>
            <a:ext cx="92642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trade-off: cheaper with coal, or carbon-neutral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cost_vs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868" y="1143000"/>
            <a:ext cx="8599785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decides who connects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connection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1143000"/>
            <a:ext cx="816102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coordination is worth</a:t>
            </a:r>
            <a:endParaRPr lang="en-US" sz="3000" dirty="0"/>
          </a:p>
        </p:txBody>
      </p:sp>
      <p:pic>
        <p:nvPicPr>
          <p:cNvPr id="3" name="Image 0" descr="/home/pwrlabadmin/garuda/.claude/worktrees/repo-orientation-sync-bd6b46/results/figures/headline_coordi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088136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2026-09-16T00:04:00Z</dcterms:created>
  <dcterms:modified xsi:type="dcterms:W3CDTF">2026-09-16T00:04:00Z</dcterms:modified>
</cp:coreProperties>
</file>